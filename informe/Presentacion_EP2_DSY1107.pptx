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5 a 10 minutos. Hilo conductor: identidad (Cognito), acceso (API Gateway con JWT), cómputo (EC2) y datos (RDS), cerrando con el frontend integrado.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recorrido completo: el usuario se autentica en Cognito con OIDC, el frontend recibe tokens, llama a API Gateway con el JWT, el gateway valida y enruta a la API en EC2, que consulta 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creación del tenant en el IDaaS. Destacar las URLs OIDC de discovery y la de claves de firma (JWKS), que usa API Gateway para validar los JWT.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existen usuarios registrados en el tenant y que la cuenta está confirmada, por lo que puede iniciar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app client dentro del tenant. Al ser un cliente público sin secret, el flujo Authorization Code se protege con PKCE (code_verifier y code_challenge). Ver en la URL de /authorize los parámetros code_challenge, state y 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Demostrar el login en vivo: el frontend redirige a la Hosted UI, el usuario se autentica y vuelve con el code. Mencionar el dominio configurado en Cognito.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frontend consumiendo los endpoints por API Gateway: listado y registro de pacientes con el usuario autenticado.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instancia de API Gateway y su configuración de rutas. Una ruta proxy dirige todo /api/v1 al backend con los cinco métodos.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authorizer JWT asociado a la ruta. Abrir Authorization para señalar issuer y audience, y demostrar en vivo una llamada sin token (401) y otra con token válido (200).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backend está desplegado y activo en EC2 y que la base de datos MySQL en RDS está disponible y aislada mediante un security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resumiendo cada capa y dejar espacio para preguntas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cloud segura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Hospitalario: Cognito + API Gateway + EC2 + RDS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DSY1107 Desarrollo Cloud Native I · Evaluación Parcial N°2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Gonzalo · Duoc UC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flujo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417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892808" y="19202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14884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9900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280160"/>
            <a:ext cx="1417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pool + Hosted UI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/ OAuth 2.0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84448" y="19202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4048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6202E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1280160"/>
            <a:ext cx="1417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76088" y="19202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53212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6202E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1280160"/>
            <a:ext cx="1417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hospital-dsy1107-api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67728" y="1920240"/>
            <a:ext cx="237744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223760" y="128016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6202E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1280160"/>
            <a:ext cx="14173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hospital-dsy1107-mysql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inicia sesión en la Hosted UI de Cognito (Authorization Code) y vuelve al frontend con un code.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obtiene los tokens y envía el JWT en cada llamada a /api/v1/*.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valida el token y reenvía la petición a la API en EC2, que lee y escribe en RDS.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IDaaS: Cognito user pool</a:t>
            </a:r>
            <a:endParaRPr lang="en-US" sz="2800" dirty="0"/>
          </a:p>
        </p:txBody>
      </p:sp>
      <p:pic>
        <p:nvPicPr>
          <p:cNvPr id="4" name="Image 0" descr="/mnt/user-data/uploads/01-cognito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· Overview del user pool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HospitalUserPool-DSY1107, región us-east-1, creado el 23-09-2026.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discovery (.well-known/openid-configuration) y JWKS para validar firmas.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usuario de prueba registrado.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registrados</a:t>
            </a:r>
            <a:endParaRPr lang="en-US" sz="2800" dirty="0"/>
          </a:p>
        </p:txBody>
      </p:sp>
      <p:pic>
        <p:nvPicPr>
          <p:cNvPr id="4" name="Image 0" descr="/mnt/user-data/uploads/05-cognito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· User management › Users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alumno@duocuc.cl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y Enabled, con email verificado.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prueba para el flujo de login y las llamadas a la API.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registrada: HospitalFront</a:t>
            </a:r>
            <a:endParaRPr lang="en-US" sz="2800" dirty="0"/>
          </a:p>
        </p:txBody>
      </p:sp>
      <p:pic>
        <p:nvPicPr>
          <p:cNvPr id="4" name="Image 0" descr="/mnt/user-data/uploads/03-cognito-login-pages-oi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· App client › Login pages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1g7gh607pfmd9qpjtqls234h8o, cliente público sin secret.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grant.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openid, email y phone.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 ID token de 1 hora; refresh de 30 días.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 con OIDC</a:t>
            </a:r>
            <a:endParaRPr lang="en-US" sz="2800" dirty="0"/>
          </a:p>
        </p:txBody>
      </p:sp>
      <p:pic>
        <p:nvPicPr>
          <p:cNvPr id="4" name="Image 0" descr="/mnt/user-data/uploads/12-cognito-hosted-ui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572000" cy="25717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0502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UI de Cognito · sesión de alumno@duocuc.cl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UI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login ocurre en el dominio de Cognito, no en el frontend.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hospital-dsy1107-14303.auth.us-east-1.amazoncognito.com.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redirige al callback con un code que el frontend canjea por tokens.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autenticado e integrado</a:t>
            </a:r>
            <a:endParaRPr lang="en-US" sz="2800" dirty="0"/>
          </a:p>
        </p:txBody>
      </p:sp>
      <p:pic>
        <p:nvPicPr>
          <p:cNvPr id="4" name="Image 0" descr="/mnt/user-data/uploads/13-frontend-pac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Sistema de Gestión de Pacientes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«Bienvenido, alumno@duocuc.cl» tras el login.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de pacientes viene de la API a través de API Gateway.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paciente responde «Paciente registrado correctamente».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Gateway: rutas hacia el backend</a:t>
            </a:r>
            <a:endParaRPr lang="en-US" sz="2800" dirty="0"/>
          </a:p>
        </p:txBody>
      </p:sp>
      <p:pic>
        <p:nvPicPr>
          <p:cNvPr id="4" name="Image 0" descr="/mnt/user-data/uploads/09-apigateway-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Routes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30352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hospital-dsy1107-http-api (HTTP API).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/api/v1/{proxy+}, que cubre todos los endpoints del backend.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 y OPTIONS (preflight CORS).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JWT en las rutas</a:t>
            </a:r>
            <a:endParaRPr lang="en-US" sz="2800" dirty="0"/>
          </a:p>
        </p:txBody>
      </p:sp>
      <p:pic>
        <p:nvPicPr>
          <p:cNvPr id="4" name="Image 0" descr="/mnt/user-data/uploads/10-apigateway-get-jwt-authoriz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60120"/>
            <a:ext cx="4572000" cy="338917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114800" y="442244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Route details (GET)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9601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GET /api/v1/{proxy+} tiene el authorizer bgpmw7 asociado.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 a la integración 3a8t9mf, el backend en EC2.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rechaza la petición antes de llegar al backend.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y base de datos en la nube</a:t>
            </a:r>
            <a:endParaRPr lang="en-US" sz="2800" dirty="0"/>
          </a:p>
        </p:txBody>
      </p:sp>
      <p:pic>
        <p:nvPicPr>
          <p:cNvPr id="4" name="Image 0" descr="/mnt/user-data/uploads/11-ec2-instance-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023360" cy="29824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614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hospital-dsy1107-api (t3.micro, Running)</a:t>
            </a:r>
            <a:endParaRPr lang="en-US" sz="1100" dirty="0"/>
          </a:p>
        </p:txBody>
      </p:sp>
      <p:pic>
        <p:nvPicPr>
          <p:cNvPr id="6" name="Image 1" descr="/mnt/user-data/uploads/07-rds-detail-conne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023360" cy="298247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663440" y="40614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hospital-dsy1107-mysql (MySQL, Available)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corre en EC2 y persiste en RDS MySQL (puerto 3306, acceso restringido por security group).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con OIDC, Authorization Code y usuarios de prueba.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como única puerta de entrada, con JWT por ruta.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y datos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EC2 y persistencia en RDS MySQL.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inicia sesión y consume la API con el token.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2026-09-24T16:35:33Z</dcterms:created>
  <dcterms:modified xsi:type="dcterms:W3CDTF">2026-09-24T16:35:33Z</dcterms:modified>
</cp:coreProperties>
</file>